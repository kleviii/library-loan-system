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9AD549B3-0077-4B1C-9BF5-300785D75B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63E6494F-9F09-4C92-AD43-B5090704B7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Kattintson ide az alcím mintájának szerkesztéséhez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2872DC65-9421-4D49-81CF-A49812CAC3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26B41C-AF46-4969-B029-85CFBA12A024}" type="datetimeFigureOut">
              <a:rPr lang="hu-HU" smtClean="0"/>
              <a:t>2026. 01. 08.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FF5148A0-8AE2-44C3-8BF4-3B85F7050A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85AF675D-198E-46F3-B672-061E7F8C08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31C1E0-FAA5-4499-8E1A-0FF7F2916E8C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2408652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C7D63D9-DB65-42DB-958C-D4B107C88E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6BBD1837-0D7B-4752-B753-CE7C5CF181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80617E62-782F-4E56-945B-6DF9B0B36D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26B41C-AF46-4969-B029-85CFBA12A024}" type="datetimeFigureOut">
              <a:rPr lang="hu-HU" smtClean="0"/>
              <a:t>2026. 01. 08.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57B93B9F-1CD3-404D-82CC-A190401FF2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221EB69F-6C28-43F9-9EF8-C289FB56DC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31C1E0-FAA5-4499-8E1A-0FF7F2916E8C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9796189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D9F23E29-6D85-405B-A35E-BA4A1699C4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D260276F-0D2D-478E-8514-732D353B27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7F909541-9ED8-479D-879F-156847204E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26B41C-AF46-4969-B029-85CFBA12A024}" type="datetimeFigureOut">
              <a:rPr lang="hu-HU" smtClean="0"/>
              <a:t>2026. 01. 08.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2D9E9856-515E-4900-A9FB-8557534D90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807AFAF5-9574-4FBF-9E86-A304634BC4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31C1E0-FAA5-4499-8E1A-0FF7F2916E8C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1643515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C0136606-13DC-42E3-8DEC-94ED62A3E5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B00649AA-5ECD-4D7F-8D92-012A39D89B4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1851E617-C687-4275-80A9-34B2E2486F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747F12F5-67A4-47F4-83C6-9AC9BEA7A5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26B41C-AF46-4969-B029-85CFBA12A024}" type="datetimeFigureOut">
              <a:rPr lang="hu-HU" smtClean="0"/>
              <a:t>2026. 01. 08.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092D380C-B7E7-4CEC-B97B-032F6EEE70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4478152B-BCB4-4FBB-BC59-7AF99165AF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31C1E0-FAA5-4499-8E1A-0FF7F2916E8C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11679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3ACE5F40-CBEE-4826-BDDF-5F56875115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73473FCE-8751-4A17-A1E1-E36F128565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A2B9F1C9-97CE-4AA2-8FE3-A9812EAAF8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id="{175BBBCF-439C-45D4-9262-27FFFA1AFF7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Tartalom helye 5">
            <a:extLst>
              <a:ext uri="{FF2B5EF4-FFF2-40B4-BE49-F238E27FC236}">
                <a16:creationId xmlns:a16="http://schemas.microsoft.com/office/drawing/2014/main" id="{B2BCCAE6-CED2-4C1E-AF4A-270CC03575E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7" name="Dátum helye 6">
            <a:extLst>
              <a:ext uri="{FF2B5EF4-FFF2-40B4-BE49-F238E27FC236}">
                <a16:creationId xmlns:a16="http://schemas.microsoft.com/office/drawing/2014/main" id="{546DFC60-2C97-447D-ADF7-6CAB6C40A1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26B41C-AF46-4969-B029-85CFBA12A024}" type="datetimeFigureOut">
              <a:rPr lang="hu-HU" smtClean="0"/>
              <a:t>2026. 01. 08.</a:t>
            </a:fld>
            <a:endParaRPr lang="hu-HU"/>
          </a:p>
        </p:txBody>
      </p:sp>
      <p:sp>
        <p:nvSpPr>
          <p:cNvPr id="8" name="Élőláb helye 7">
            <a:extLst>
              <a:ext uri="{FF2B5EF4-FFF2-40B4-BE49-F238E27FC236}">
                <a16:creationId xmlns:a16="http://schemas.microsoft.com/office/drawing/2014/main" id="{1C0B3ADC-803A-4A1A-9B6B-BDDD421421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Dia számának helye 8">
            <a:extLst>
              <a:ext uri="{FF2B5EF4-FFF2-40B4-BE49-F238E27FC236}">
                <a16:creationId xmlns:a16="http://schemas.microsoft.com/office/drawing/2014/main" id="{5D0C9D83-31FD-4BDC-B629-53DB5C724D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31C1E0-FAA5-4499-8E1A-0FF7F2916E8C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8234727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45627D9-9946-4099-AE7E-A02B42CB5D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Dátum helye 2">
            <a:extLst>
              <a:ext uri="{FF2B5EF4-FFF2-40B4-BE49-F238E27FC236}">
                <a16:creationId xmlns:a16="http://schemas.microsoft.com/office/drawing/2014/main" id="{38DBA8DF-83D3-4536-91BE-5C0DB1AE4A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26B41C-AF46-4969-B029-85CFBA12A024}" type="datetimeFigureOut">
              <a:rPr lang="hu-HU" smtClean="0"/>
              <a:t>2026. 01. 08.</a:t>
            </a:fld>
            <a:endParaRPr lang="hu-HU"/>
          </a:p>
        </p:txBody>
      </p:sp>
      <p:sp>
        <p:nvSpPr>
          <p:cNvPr id="4" name="Élőláb helye 3">
            <a:extLst>
              <a:ext uri="{FF2B5EF4-FFF2-40B4-BE49-F238E27FC236}">
                <a16:creationId xmlns:a16="http://schemas.microsoft.com/office/drawing/2014/main" id="{F98DF2D4-63BF-4C65-8A4A-97C43ABE3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387E8C94-DF52-4F9D-A2DC-15AC64D11A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31C1E0-FAA5-4499-8E1A-0FF7F2916E8C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1782526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1">
            <a:extLst>
              <a:ext uri="{FF2B5EF4-FFF2-40B4-BE49-F238E27FC236}">
                <a16:creationId xmlns:a16="http://schemas.microsoft.com/office/drawing/2014/main" id="{E4B6D9C6-20E8-44C6-B28F-D83EB75863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26B41C-AF46-4969-B029-85CFBA12A024}" type="datetimeFigureOut">
              <a:rPr lang="hu-HU" smtClean="0"/>
              <a:t>2026. 01. 08.</a:t>
            </a:fld>
            <a:endParaRPr lang="hu-HU"/>
          </a:p>
        </p:txBody>
      </p:sp>
      <p:sp>
        <p:nvSpPr>
          <p:cNvPr id="3" name="Élőláb helye 2">
            <a:extLst>
              <a:ext uri="{FF2B5EF4-FFF2-40B4-BE49-F238E27FC236}">
                <a16:creationId xmlns:a16="http://schemas.microsoft.com/office/drawing/2014/main" id="{A38FBF4F-CEDA-4C0B-B62C-CF14E83D30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86F20931-64A5-4247-B8F2-2951AB0AE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31C1E0-FAA5-4499-8E1A-0FF7F2916E8C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070563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3432CAA6-B3BA-4EC7-8571-D7A0DF44AE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423091C4-8E6E-40F1-9C77-B2346AC2AA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C2A1D2AD-5DD4-4A4C-972F-2139E5E7F6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BE321439-8D42-40E4-B397-5CC9F8C5D1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26B41C-AF46-4969-B029-85CFBA12A024}" type="datetimeFigureOut">
              <a:rPr lang="hu-HU" smtClean="0"/>
              <a:t>2026. 01. 08.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EC147B19-E3BE-4E50-8B79-3631ADEFB4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7308E57A-29A1-4C00-B046-A6CB2137AF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31C1E0-FAA5-4499-8E1A-0FF7F2916E8C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8707788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D570500-0FD0-4AD7-A47D-904FD98464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Kép helye 2">
            <a:extLst>
              <a:ext uri="{FF2B5EF4-FFF2-40B4-BE49-F238E27FC236}">
                <a16:creationId xmlns:a16="http://schemas.microsoft.com/office/drawing/2014/main" id="{04916FBB-85D5-4BD2-964A-0E8F6F800F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/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39891A12-03E5-47E6-B704-0A5467F861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30B7F188-851D-495A-AA66-8BE6BEB68F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26B41C-AF46-4969-B029-85CFBA12A024}" type="datetimeFigureOut">
              <a:rPr lang="hu-HU" smtClean="0"/>
              <a:t>2026. 01. 08.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2537D6EC-34F1-4673-A459-B86FE39A97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4A1A4FFD-97CF-44A9-B8F0-ADC33EF715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31C1E0-FAA5-4499-8E1A-0FF7F2916E8C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6908236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DEA11EBF-FD20-4B50-9FA2-F764FF5435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E333D126-55FE-4729-B533-F804269951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2897DE8D-A716-4302-99DF-24C6664DFA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26B41C-AF46-4969-B029-85CFBA12A024}" type="datetimeFigureOut">
              <a:rPr lang="hu-HU" smtClean="0"/>
              <a:t>2026. 01. 08.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EA10DC3B-EED8-48D2-A14C-F9A7C36F2F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A951C8C5-2C17-4E2D-8A50-139DE7B4A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31C1E0-FAA5-4499-8E1A-0FF7F2916E8C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3189517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üggőleges cím 1">
            <a:extLst>
              <a:ext uri="{FF2B5EF4-FFF2-40B4-BE49-F238E27FC236}">
                <a16:creationId xmlns:a16="http://schemas.microsoft.com/office/drawing/2014/main" id="{D9C997D9-984F-4F9F-B421-4B510FD3752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D64A0E52-AA64-4390-A262-F56F1ACDB2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FB16FA4C-F33E-40B1-80DD-765E6D3492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26B41C-AF46-4969-B029-85CFBA12A024}" type="datetimeFigureOut">
              <a:rPr lang="hu-HU" smtClean="0"/>
              <a:t>2026. 01. 08.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C9506F87-54BB-49E0-A3BF-E429BFCFDF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3BA14DCC-D8F8-42C6-97F1-BDAEB0B737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31C1E0-FAA5-4499-8E1A-0FF7F2916E8C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7562583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helye 1">
            <a:extLst>
              <a:ext uri="{FF2B5EF4-FFF2-40B4-BE49-F238E27FC236}">
                <a16:creationId xmlns:a16="http://schemas.microsoft.com/office/drawing/2014/main" id="{57797AE9-BF06-4BC3-AC48-3C243DE0C7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0D0DCCB2-BEAF-4A74-A80A-0570C5ECED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B7D809F0-523C-4001-899C-0D1023A588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26B41C-AF46-4969-B029-85CFBA12A024}" type="datetimeFigureOut">
              <a:rPr lang="hu-HU" smtClean="0"/>
              <a:t>2026. 01. 08.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444DF2BD-2A36-4552-AA94-93CB34F15BE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5D77ECE2-BD59-48E1-ACF1-69E079EE6E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31C1E0-FAA5-4499-8E1A-0FF7F2916E8C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6035278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3A70555-122B-4C85-9195-36C8E683252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hu-HU" dirty="0"/>
              <a:t>Eszközölt tesztelési metódusok</a:t>
            </a:r>
            <a:br>
              <a:rPr lang="hu-HU" dirty="0"/>
            </a:br>
            <a:r>
              <a:rPr lang="hu-HU" dirty="0"/>
              <a:t>és struktúrák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9D5BC3F1-5502-4BF6-8B75-CDEFA4001E0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hu-HU" dirty="0"/>
              <a:t>Csapattagok: Káldor Levente, Lőrincz Márton, Juhász Arnold, </a:t>
            </a:r>
            <a:r>
              <a:rPr lang="hu-HU"/>
              <a:t>Csikós Bendegúz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2777849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</Words>
  <Application>Microsoft Office PowerPoint</Application>
  <PresentationFormat>Szélesvásznú</PresentationFormat>
  <Paragraphs>2</Paragraphs>
  <Slides>1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3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Office-téma</vt:lpstr>
      <vt:lpstr>Eszközölt tesztelési metódusok és struktúrák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Eszközölt tesztelési metódusok és struktúrák</dc:title>
  <dc:creator>Csikós Bendegúz</dc:creator>
  <cp:lastModifiedBy>Csikós Bendegúz</cp:lastModifiedBy>
  <cp:revision>2</cp:revision>
  <dcterms:created xsi:type="dcterms:W3CDTF">2026-01-08T07:14:21Z</dcterms:created>
  <dcterms:modified xsi:type="dcterms:W3CDTF">2026-01-08T07:15:37Z</dcterms:modified>
</cp:coreProperties>
</file>